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技术选型分析</a:t>
            </a:r>
          </a:p>
          <a:p>
            <a:pPr algn="ctr">
              <a:defRPr sz="2400">
                <a:solidFill>
                  <a:srgbClr val="3498DB"/>
                </a:solidFill>
              </a:defRPr>
            </a:pPr>
            <a:r>
              <a:t>MIXMLAAL 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MIXMLAAL 技术选型分析报告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【一、技术选型总览】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MIXMLAAL 技术栈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前端技术栈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框架: Vue 3 + TypeScript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构建: Vite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UI: Tailwind CSS + Element Plus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状态: Pinia + Vue Query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路由: Vue Router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└── 移动: uni-app / React Native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─────────────────────────────────────────────────────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