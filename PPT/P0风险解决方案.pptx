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P0风险解决方案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P0 风险详细解决方案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【一、API Gateway 高可用方案】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当前单点风险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用户请求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│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▼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┌─────────┐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│ Gateway │  ←── 单点入口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│ Single  │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└────┬────┘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│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▼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┌─────────────────────────────────────────┐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/etc/nginx/conf.d/gateway-ha.conf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上游 Gateway 服务组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upstream gateway_backend {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最小连接数策略，避免单点过载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least_conn;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Gateway 实例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10.0.1.10:3000 weight=100 max_fails=3 fail_timeout=30s;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Gateway 实例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10.0.1.11:3000 weight=100 max_fails=3 fail_timeout=30s;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Gateway 实例 3（可选，用于更高可用）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10.0.1.12:3000 weight=100 max_fails=3 fail_timeout=30s backup;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保持连接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keepalive 64;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限流配置 - 放在 http 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limit_req_zone $binary_remote_addr zone=api_limit:10m rate=100r/s;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limit_req_zone $server_name zone=server_limit:10m rate=500r/s;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listen 22080;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server_name _;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请求体大小限制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client_max_body_size 10M;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client_body_timeout 30s;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开启 gzip 压缩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gzip 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gzip_types application/json application/javascript text/css;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通用日志格式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log_format gateway_log '$remote_addr - $remote_user [$time_local] 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'"$request" $status $body_bytes_sent 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'"$http_referer" "$http_user_agent" 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'rt=$request_time uct="$upstream_connect_time" 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'uht="$upstream_header_time" urt="$upstream_response_time"';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access_log /var/log/nginx/gateway_access.log gateway_log;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error_log /var/log/nginx/gateway_error.log warn;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健康检查端点（Nginx Plus 或 openresty 支持）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/health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return 200 'OK';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Content-Type text/plain;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限流应用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/api/ {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全局限流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limit_req zone=api_limit burst=200 nodelay;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limit_req zone=server_limit burst=1000 nodelay;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超时配置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proxy_connect_timeout 5s;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proxy_send_timeout 30s;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proxy_read_timeout 30s;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代理设置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proxy_pass http://gateway_backend;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proxy_http_version 1.1;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Host $host;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X-Real-IP $remote_addr;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X-Forwarded-For $proxy_add_x_forwarded_for;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X-Forwarded-Proto $scheme;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Connection "";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熔断标记（根据上游响应动态调整）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proxy_intercept_errors 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error_page 502 503 504 = @fallback;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静态资源直接返回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/static/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alias /data/static/;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expires 7d;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Cache-Control "public, immutable";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降级处理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@fallback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default_type application/json;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return 503 '{"code":503,"message":"Service temporarily unavailable","data":null}';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/etc/keepalived/keepalived.conf (Node-1)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global_defs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router_id nginx_master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script_user root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enable_script_security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健康检查脚本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vrrp_script check_nginx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 "/usr/local/bin/check_nginx.sh"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interval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weight -50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fall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rise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vrrp_instance VI_1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state MASTER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interface eth0                    # 网卡名称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virtual_router_id 51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priority 100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advert_int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unicast_peer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10.0.1.11                     # Node-2 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认证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authentication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auth_type PASS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auth_pass mixla_secret_key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虚拟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virtual_ipaddress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10.0.1.100/24                 # VIP 地址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跟踪脚本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track_script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check_nginx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切换通知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notify_master "/usr/local/bin/notify_master.sh"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notify_backup "/usr/local/bin/notify_backup.sh"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notify_fault "/usr/local/bin/notify_fault.sh"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!/bin/bash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/usr/local/bin/check_nginx.sh - Nginx 健康检查脚本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nginx_process=$(pgrep -f "nginx: master")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[ -z "$nginx_process" ]; then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Nginx 未运行，尝试启动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systemctl start nginx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sleep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nginx_process=$(pgrep -f "nginx: master")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[ -z "$nginx_process" ]; then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exit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检查端口监听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nc -z 127.0.0.1 22080 &gt; /dev/null 2&gt;&amp;1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[ $? -ne 0 ]; then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exit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检查后端 Gateway 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curl -s http://127.0.0.1:22080/health &gt; /dev/null 2&gt;&amp;1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[ $? -ne 0 ]; then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exit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exit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/etc/keepalived/keepalived.conf (Node-2)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global_defs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router_id nginx_backup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script_user root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enable_script_security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vrrp_script check_nginx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script "/usr/local/bin/check_nginx.sh"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interval 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weight -50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vrrp_instance VI_1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state BACKUP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interface eth0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virtual_router_id 51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priority 90                       # BACKUP 优先级较低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advert_int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unicast_peer {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docker-compose.yml (开发/测试环境)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version: '3.8'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services: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Nginx 负载均衡器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nginx-lb: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nginx:1.25-alpine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container_name: nginx-lb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ports: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"22080:22080"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volumes: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./nginx/nginx.conf:/etc/nginx/nginx.conf:ro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./nginx/conf.d:/etc/nginx/conf.d:ro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depends_on: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gateway-1: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condition: service_healthy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gateway-2: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condition: service_healthy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mixla-net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Gateway 实例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gateway-1: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build: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context: ./services/gateway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dockerfile: Dockerfile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container_name: gateway-1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NODE_ENV=production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PORT=3000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INSTANCE_ID=gateway-1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ports: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"3001:3000"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depends_on: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redis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mysql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Gateway 实例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gateway-2: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build: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context: ./services/gateway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dockerfile: Dockerfile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container_name: gateway-2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NODE_ENV=production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PORT=3000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INSTANCE_ID=gateway-2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ports: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"3002:3000"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depends_on: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redis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mysql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Redis 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redis:7-alpine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mixla-net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restart: unless-stopped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MySQL 数据库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mysql: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image: mysql:8.0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MYSQL_ROOT_PASSWORD=root_secret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mixla-net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restart: unless-stopped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volumes: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mysql-data:/var/lib/mysql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mixla-net: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driver: bridge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volumes: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mysql-data: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**详细步骤：**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1：在两台 Nginx 服务器上安装 Nginx 和 Keepalived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Ubuntu/Debian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apt-get update &amp;&amp; apt-get install -y nginx keepalived curl nc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CentOS/RHEL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yum install -y nginx keepalived curl nc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2：配置 Nginx（参考上方配置）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3：配置 Keepalived（参考上方配置）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4：启动服务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systemctl enable nginx keepalived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systemctl start nginx keepalived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5：验证 VIP 绑定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ip addr show eth0 | grep 10.0.1.100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步骤 6：测试故障切换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在 Master 节点执行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systemctl stop keepalived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观察 VIP 是否漂移到 Backup 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ip addr show eth0 | grep 10.0.1.100  # 应在 Backup 节点上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回滚执行流程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1. 一键回滚脚本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┌──────────────────────────────────────────────────────┐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#!/bin/bash           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# rollback_gateway.sh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                      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# 停止 Keepalived     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systemctl stop keepalived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                      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# 恢复原始 Nginx 配置                                 │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cp /etc/nginx/nginx.conf.backup /etc/nginx/nginx.conf│  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!/bin/bash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scripts/kafka/create-topics.sh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KAFKA_BROKERS="${KAFKA_BROKERS:-localhost:9092}"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定义所有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TOPICS=(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订单相关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"order.created:6:3"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"order.paid:6:3"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"order.completed:6:3"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"order.cancelled:6:3"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支付相关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"payment.succeeded:6:3"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"payment.failed:6:3"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"payment.refunded:6:3"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用户相关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"user.registered:3:3"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"user.authenticated:3:3"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位置相关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"driver.location:9:3"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"rider.location:9:3"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死信队列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"dlq.mixla:3:3"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创建 Topic 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create_topic()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local topic_name=$1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local partitions=$2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local replication=$3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"Creating topic: $topic_name (partitions=$partitions, replication=$replication)"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kafka-topics.sh --create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--bootstrap-server "$KAFKA_BROKERS"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--topic "$topic_name"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--partitions "$partitions"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--replication-factor "$replication"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--config "min.insync.replicas=2"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--config "retention.ms=604800000"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--config "cleanup.policy=delete" \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2&gt;/dev/null || echo "Topic $topic_name already exists"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遍历创建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for topic_config in "${TOPICS[@]}"; do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IFS=':' read -r name partitions replication &lt;&lt;&lt; "$topic_config"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create_topic "$name" "$partitions" "$replication"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"=== Topic List ==="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kafka-topics.sh --list --bootstrap-server "$KAFKA_BROKERS"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// src/services/kafka/KafkaMonitorService.js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const { Kafka, logLevel } = require('kafkajs');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class KafkaMonitorService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constructor()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this.kafka = new Kafka({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clientId: 'kafka-monitor',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brokers: process.env.KAFKA_BROKERS?.split(',') || ['localhost:9092'],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logLevel: logLevel.ERROR,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this.admin = this.kafka.admin();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this.metrics =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producer: {},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consumer: {},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!/bin/bash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scripts/emergency/rollback.sh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set -e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"=== MIXMLAAL Emergency Rollback ==="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"Starting rollback at $(date)"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回滚步骤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rollback_step()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"[$(date)] $1"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停止高可用 Nginx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"Stopping Keepalived..."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ssh root@nginx1 "systemctl stop keepalived" 2&gt;/dev/null || true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ssh root@nginx2 "systemctl stop keepalived" 2&gt;/dev/null || true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恢复原始 Nginx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"Restoring original Nginx config..."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ssh root@nginx1 "cp /etc/nginx/nginx.conf.backup /etc/nginx/nginx.conf"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ssh root@nginx1 "systemctl restart nginx"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恢复原始 Gateway 配置（单实例模式）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"Restoring single Gateway mode..."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scale deployment gateway-deployment --replicas=1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4. 重置 Kafka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"Resetting Kafka producer config..."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delete configmap kafka-producer-config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create configmap kafka-producer-config --from-file=backup/kafka/producer.config.js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5. 禁用熔断器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"Disabling circuit breakers..."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curl -X POST http://localhost:3000/admin/circuit-breakers/disable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6. 重启相关服务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"Restarting services..."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rollout restart deployment/gateway-deployment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kubectl rollout restart deployment/order-service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7.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rollback_step "Verifying rollback..."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sleep 30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GATEWAY_HEALTH=$(curl -s http://localhost:22080/health || echo "FAILED")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 [[ "$GATEWAY_HEALTH" == "OK" ]]; then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"✓ Rollback completed successfully"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"✗ Rollback verification failed"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exit 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echo "=== Rollback completed at $(date) ==="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**文档版本：** v1.0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**编制时间：** 2025-01-15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**下次审查：** 2025-02-15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**维护人：** MIXMLAAL 技术团队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