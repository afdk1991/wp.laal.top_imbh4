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2C3E50"/>
                </a:solidFill>
              </a:defRPr>
            </a:pPr>
            <a:r>
              <a:t>测试策略规划</a:t>
            </a:r>
          </a:p>
          <a:p>
            <a:pPr algn="ctr">
              <a:defRPr sz="2400">
                <a:solidFill>
                  <a:srgbClr val="3498DB"/>
                </a:solidFill>
              </a:defRPr>
            </a:pPr>
            <a:r>
              <a:t>MIXMLAAL 分析报告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MIXMLAAL 测试策略规划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【一、测试策略总览】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┌─────────────────────────────────────────────────────────┐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│                      测试金字塔                          │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├─────────────────────────────────────────────────────────┤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│                                                         │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│                         ▲                               │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│                        /│\                              │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│                       / │ \                             │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│                      /  │  \                            │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│                     /   │   \                           │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│                    /E2E │    \                          │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│                   /─────│─────\                         │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│                  /      │      \                        │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│                 /       │       \                       │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│                /        │        \                      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性能测试监控指标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metrics: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接口性能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• name: "API 响应时间"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target: "P99 &lt; 200ms"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critical: "P99 &gt; 500ms"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• name: "API 错误率"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target: "&lt; 0.1%"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critical: "&gt; 1%"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系统资源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system: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• name: "CPU 使用率"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target: "&lt; 70%"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critical: "&gt; 90%"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• name: "内存使用率"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target: "&lt; 80%"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critical: "&gt; 95%"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数据库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database: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• name: "MySQL QPS"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target: "&gt; 10000"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• name: "MySQL 连接数"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target: "&lt; 80% 最大值"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缓存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cache: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• name: "Redis 命中率"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target: "&gt; 90%"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• name: "Redis 内存使用"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target: "&lt; 80%"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【六、安全测试策略】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【安全测试用例】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• [ ] SQL 注入防护测试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• [ ] XSS 攻击防护测试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• [ ] CSRF 攻击防护测试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• [ ] JWT 伪造测试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• [ ] 越权访问测试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• [ ] 暴力破解防护测试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• [ ] 敏感数据加密测试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• [ ] 密码强度验证测试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质量门禁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sonar.qualitygate.wait=true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sonar.qualitygate.timeout=300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安全规则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sonar.security.exclusions=**/*.test.ts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sonar.coverage.exclusions=**/__tests__/**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【七、测试覆盖率目标】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CI/CD 质量门禁配置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quality_gates: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单元测试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unit_tests: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enabled: true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min_coverage: 70%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max_duration: 10min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集成测试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integration_tests: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enabled: true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pass_rate: 100%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max_duration: 30min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E2E 测试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e2e_tests: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enabled: true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pass_rate: 100%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critical_blockers: 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安全扫描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security_scan: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enabled: true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block_on_high: true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block_on_critical: true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代码质量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code_quality: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enabled: true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min_rating: A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new_code_min_rating: B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【八、测试环境管理】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┌─────────────────────────────────────────────────────────┐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│                  测试环境隔离架构                         │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├─────────────────────────────────────────────────────────┤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│                                                         │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│  生产环境                                               │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│  ├── 独立数据库                                        │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│  ├── 独立 Redis                                        │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│  └── 独立 Kafka Topic                                  │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│                                                         │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│  预发布环境                                             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测试报告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【基本信息】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• 项目名称: MIXMLAAL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• 测试版本: v1.0.0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• 测试时间: 2025-01-15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• 测试人员: [姓名]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【测试概要】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• 总用例数: XXX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• 通过数: XXX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• 失败数: XXX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• 通过率: XX%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【测试结果】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【遗留问题】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• [问题列表]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【测试结论】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[结论说明]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2C3E50"/>
                </a:solidFill>
              </a:defRPr>
            </a:pPr>
            <a:r>
              <a:t>谢谢观看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