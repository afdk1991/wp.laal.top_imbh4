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t>部署检查清单</a:t>
            </a:r>
          </a:p>
          <a:p>
            <a:pPr algn="ctr">
              <a:defRPr sz="2400">
                <a:solidFill>
                  <a:srgbClr val="3498DB"/>
                </a:solidFill>
              </a:defRPr>
            </a:pPr>
            <a:r>
              <a:t>MIXMLAAL 分析报告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MIXMLAAL 部署检查清单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【一、环境准备检查】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!/bin/bash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服务器资源检查脚本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echo "=== 服务器资源检查 ==="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CPU 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echo "CPU 核心数: $(nproc)"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内存检查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echo "内存总量: $(free -h | grep Mem | awk '{print $2}')"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echo "内存使用: $(free -h | grep Mem | awk '{print $3}')"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磁盘检查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echo "磁盘空间:"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df -h | grep -v tmpfs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网络检查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echo "网络连接:"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netstat -i | tail -n +3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系统版本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echo "操作系统版本:"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cat /etc/os-release | head -3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CPU 核心数满足要求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内存容量满足要求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磁盘空间满足要求（根分区 / 100G，数据盘 /data 500G+）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网络带宽满足要求（千兆网络）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操作系统版本符合要求（CentOS 7.9+ / Ubuntu 20.04+）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主机名规范配置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时区配置正确（Asia/Shanghai）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NTP 时间同步服务运行正常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检查 Docker 版本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docker --version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期望: Docker version 20.10.x 或更高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检查 Docker 服务状态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systemctl status docker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期望: active (running)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检查 Docker 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docker info | grep -E "Server Version|Storage Driver|Kernel Version"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检查 kubelet 版本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kubelet --version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期望: Kubernetes v1.28.x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检查 kubectl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kubectl version --client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kubectl version --short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Docker 已安装且版本 ≥ 20.10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Docker 服务运行正常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Kubernetes 已安装且版本 ≥ 1.28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kubectl 可正常访问集群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MySQL 8.0+ 已安装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Redis 7.0+ 已安装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Kafka 3.6+ 已安装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Elasticsearch 8.x 已安装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所有中间件端口未被占用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【二、服务依赖检查】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服务依赖关系图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数据库配置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DATABASE_HOST: "mysql-master.mixla.svc.cluster.local"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DATABASE_PORT: "3306"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DATABASE_NAME: "mixla_prod"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DATABASE_USERNAME: "mixla_user"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DATABASE_PASSWORD: "***"  # Vault 管理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DATABASE_POOL_MIN: "10"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DATABASE_POOL_MAX: "50"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Redis 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REDIS_HOST: "redis.mixla.svc.cluster.local"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REDIS_PORT: "6379"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REDIS_PASSWORD: "***"  # Vault 管理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REDIS_DB: "0"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Kafka 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KAFKA_BROKERS: "kafka-0:9092,kafka-1:9092,kafka-2:9092"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KAFKA_USERNAME: "mixla"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KAFKA_PASSWORD: "***"  # Vault 管理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应用配置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APP_ENV: "production"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APP_PORT: "8080"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APP_LOG_LEVEL: "info"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NODE_ENV: "production"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安全配置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JWT_SECRET: "***"  # Vault 管理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JWT_EXPIRES_IN: "15m"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REFRESH_TOKEN_EXPIRES_IN: "7d"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第三方配置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WECHAT_APP_ID: "***"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WECHAT_MCH_ID: "***"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ALIPAY_APP_ID: "***"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监控配置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PROMETHEUS_ENABLED: "true"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JAEGER_ENDPOINT: "http://jaeger:14268/api/traces"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所有环境变量已配置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敏感信息使用 Vault 管理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数据库连接配置正确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Redis 连接配置正确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Kafka 连接配置正确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JWT 密钥已配置（至少 32 位）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第三方 API Key 已配置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日志级别配置正确（生产环境为 info）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/opt/mixla/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├── config/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├── app.yaml              # 应用主配置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├── database.yaml         # 数据库配置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├── redis.yaml           # Redis 配置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示例 Deployment 配置检查项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apiVersion: apps/v1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kind: Deployment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metadata: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name: user-service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namespace: mixla-prod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replicas: 3                    # ✅ 检查副本数 ≥ 2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selector: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matchLabels: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app: user-service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strategy: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type: RollingUpdate         # ✅ 使用滚动更新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rollingUpdate: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maxSurge: 1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maxUnavailable: 0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template: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容器镜像安全扫描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trivy image mixla/user-service:latest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期望: 无 HIGH/CRITICAL 漏洞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K8s 安全扫描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kube-bench run --targets=master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期望: 所有检查项通过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依赖漏洞扫描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npm audit --production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yarn audit --production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所有基础镜像已扫描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所有应用镜像已扫描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无 HIGH/CRITICAL 漏洞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Kubernetes CIS 基线检查通过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【五、监控和日志检查】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Prometheus 已部署并运行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Grafana 已部署并运行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Node Exporter 已部署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MySQL Exporter 已部署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Redis Exporter 已部署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Kafka Exporter 已部署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应用指标已暴露（/metrics）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告警规则已配置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告警通知已配置（钉钉/企微/电话）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日志格式（JSON）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"timestamp": "2025-01-15T10:30:00.000Z",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"level": "info",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"service": "user-service",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"trace_id": "abc123",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"span_id": "def456",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"message": "User login successful",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"user_id": "10001",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"ip": "192.168.1.1"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日志系统 ELK 已部署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日志格式统一为 JSON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日志级别配置正确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日志包含必要字段（trace_id, span_id）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日志保留策略已配置（30天）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敏感信息已脱敏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日志聚合查询已验证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