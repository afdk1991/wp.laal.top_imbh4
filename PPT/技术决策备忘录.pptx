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技术决策备忘录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技术决策备忘录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【一、决策记录索引】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【二、详细决策记录】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**决策日期：** 2025-01-15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**决策人：** 架构评审委员会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**状态：** ✅ 已决策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当前 API Gateway 存在单点故障风险，一旦 Gateway 服务宕机，整个平台将无法访问。需要设计高可用方案消除此风险。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**选择方案 A: Nginx + Keepalived**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1. **成熟稳定**：Nginx 是经过大规模验证的反向代理，Keepalived 在 LVS 场景有多年应用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2. **性能优秀**：Nginx 基于 epoll，单机可处理 10W+ 并发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3. **成本可控**：使用开源组件，无需额外license费用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4. **运维简单**：配置格式清晰，团队已有 Nginx 使用经验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5. **可回滚**：方案切换对业务透明，支持快速回退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监控 Nginx 连接数和内存使用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考虑后续迁移到更现代的方案（如 Envoy）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评估 Keepalived 单点风险（VIP 漂移依赖网络）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Kafka 配置规范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核心业务 (order, payment)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core_topics: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acks: all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retries: 5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idempotence: 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replication_factor: 3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min_insync_replicas: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普通业务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normal_topics: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acks: all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retries: 3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idempotence: 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replication_factor: 3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min_insync_replicas: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非核心业务 (日志, 埋点)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non_core_topics: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acks: 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retries: 3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replication_factor: 3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min_insync_replicas: 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监控 producer 发送成功率和重试率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定期检查死信队列积压情况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评估消息处理幂等性的实现质量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考虑引入 Kafka Streams 实现 Exactly-Once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**决策日期：** 2025-01-15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**决策人：** 后端架构组 + DBA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**状态：** ✅ 已决策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系统使用 MySQL + Redis 进行数据存储，读操作需要同时查询数据库和缓存。当前存在缓存与数据库不一致的风险。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**选择方案 B: 延迟双删策略 + 补偿机制**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1. **团队能力**：分布式事务方案需要较深的技术积累，团队目前不具备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