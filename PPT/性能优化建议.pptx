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性能优化建议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性能优化建议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【一、性能优化全景】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性能指标金字塔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用户体验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(首屏时间/响应时间)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│▲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┌───┴───┐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│业务指标│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(TPS/QPS/并发)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│▲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┌───┴───┐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│系统指标│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(CPU/内存/IO)                            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nginx.conf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{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静态资源缓存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~* \.(js|css|png|jpg|jpeg|gif|ico|svg|woff|woff2|ttf|eot)$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expires 1y;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Cache-Control "public, immutable";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源站验证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ETag $upstream_etag;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if_modified_since exact;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HTML 不缓存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~* \.html$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expires -1;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Cache-Control "no-cache, no-store, must-revalidate";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API 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/api/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proxy_cache_valid 200 1m;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add_header Cache-Control "private";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// src/utils/cache.ts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export const cacheManager =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// 静态资源配置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assets: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storage: 'localStorage',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prefix: 'assets_',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ttl: 365 * 24 * 60 * 60 * 1000 // 1年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// 用户数据缓存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userData: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storage: 'sessionStorage',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prefix: 'user_',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ttl: 30 * 60 * 1000 // 30分钟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ShardingSphere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schemaName: mixla_sharding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dataSources: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url: jdbc:mysql://mysql-0:3306/mixla?useSSL=false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username: mixla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password: ***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url: jdbc:mysql://mysql-1:3306/mixla?useSSL=false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username: mixla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password: ***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url: jdbc:mysql://mysql-2:3306/mixla?useSSL=false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username: mixla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password: ***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rules: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!SHARDING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tables: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orders: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CDN 源站配置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upstream origin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api.mixla.com:443;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listen 443 ssl http2;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server_name cdn.mixla.com;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ssl_certificate /etc/nginx/ssl/cdn.crt;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ssl_certificate_key /etc/nginx/ssl/cdn.key;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OCSP Stapling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ssl_stapling 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ssl_stapling_verify 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proxy_pass https://origin;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Host api.mixla.com;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X-Real-IP $remote_addr;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缓存配置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proxy_cache mixla_cache;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proxy_cache_valid 200 1h;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proxy_cache_key "$host$request_uri";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压缩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proxy_set_header Accept-Encoding "gzip, deflate, br";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HTTP/2 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server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listen 443 ssl http2;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资源合并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location /css/ {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concat on;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concat_max_files 10;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连接复用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keepalive_timeout 65;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keepalive_requests 100;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&lt;!-- index.html --&gt;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&lt;head&gt;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&lt;!-- DNS 预解析 --&gt;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&lt;link rel="dns-prefetch" href="//api.mixla.com"&gt;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&lt;link rel="dns-prefetch" href="//cdn.mixla.com"&gt;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&lt;link rel="dns-prefetch" href="//statics.mixla.com"&gt;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&lt;!-- 预连接 --&gt;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&lt;link rel="preconnect" href="https://api.mixla.com" crossorigin&gt;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&lt;link rel="preconnect" href="https://cdn.mixla.com" crossorigin&gt;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&lt;/head&gt;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【七、性能监控与告警】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prometheus alerting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groups: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name: performance_alerts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rules: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API 延迟告警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alert: APIP99LatencyHigh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expr: histogram_quantile(0.99, rate(http_request_duration_seconds_bucket[5m])) &gt; 0.5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for: 5m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labels: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severity: critical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annotations: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summary: "API P99 延迟过高"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description: "API P99 延迟达到 {{ $value }}s"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错误率告警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alert: APIErrorRateHigh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expr: rate(http_requests_total{status=~"5.."}[5m]) / rate(http_requests_total[5m]) &gt; 0.01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for: 2m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labels: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severity: critical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annotations: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summary: "API 错误率过高"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吞吐量告警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• alert: APITPSLow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expr: rate(http_requests_total[5m]) &lt; 1000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for: 10m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labels: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severity: warning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1. Node.js 性能分析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node --prof app.js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node --prof-process isolate-*.log &gt; profile.txt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2. 内存泄漏检测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node --inspect app.js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Chrome DevTools → Memory → Allocation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3. CPU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node --prof-process --preprocess isolate-*.log | flamebearer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4. 慢查询分析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mysqldumpslow -s t -t 10 slow-query.log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【八、优化效果评估】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性能优化路线图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Phase 1 (第 1-2 周): 基础优化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代码分割与懒加载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数据库索引优化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缓存策略完善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 HTTP 缓存配置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Phase 2 (第 3-4 周): 架构优化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多级缓存实现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├── 数据库读写分离                                     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Nginx 连接状态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nginx -t &amp;&amp; nginx -s reload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Redis 缓存分析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redis-cli INFO stats | grep -E "keyspace_hits|keyspace_misses"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MySQL 慢查询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mysql -e "SHOW GLOBAL STATUS LIKE 'Slow_queries';"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Node.js 内存使用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process.memoryUsage()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*文档结束*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