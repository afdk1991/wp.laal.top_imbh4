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需求规格说明书</a:t>
            </a:r>
          </a:p>
          <a:p>
            <a:pPr algn="ctr">
              <a:defRPr sz="2400">
                <a:solidFill>
                  <a:srgbClr val="3498DB"/>
                </a:solidFill>
              </a:defRPr>
            </a:pPr>
            <a:r>
              <a:t>MIXMLAAL 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MIXMLAAL 需求规格说明书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【一、业务背景与目标】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MIXMLAAL 是一个综合性本地生活服务生态平台，整合了出行（打车）、餐饮（外卖）、零售（商城）、即时配送（跑腿）四大核心业务场景，为用户提供一站式的本地生活服务体验。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**产品愿景：**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&gt; "让本地生活更简单，一个 APP 满足所有日常需求"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市场定位矩阵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高端市场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↑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│     ┌─────────┐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│     │ 美团    │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中端市场 ─┼─────│ 饿了么  │────→ 宽覆盖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│     │ MIXMLAAL│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│     └─────────┘                            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