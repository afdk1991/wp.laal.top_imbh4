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系统架构设计</a:t>
            </a:r>
          </a:p>
          <a:p>
            <a:pPr algn="ctr">
              <a:defRPr sz="2400">
                <a:solidFill>
                  <a:srgbClr val="3498DB"/>
                </a:solidFill>
              </a:defRPr>
            </a:pPr>
            <a:r>
              <a:t>MIXMLAAL 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MIXMLAAL 系统架构设计说明书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【一、整体架构概览】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用户接入层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┌─────────┐  ┌─────────┐  ┌─────────┐  ┌─────────┐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│  iOS    │  │Android │  │   H5    │  │小程序   │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└────┬────┘  └────┬────┘  └────┬────┘  └────┬────┘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└───────────┴───────────┴───────────┘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│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CDN 加速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└─────────────────────────┼───────────────────────────────┘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┌─────────────────────────┼───────────────────────────────┐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网关接入层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├─────────────────────────┼───────────────────────────────┤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▼                               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全局默认配置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default: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slowRatio: 0.5          # 慢调用比例阈值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slowTime: 3000          # 慢调用阈值(ms)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minRequest: 10          # 最小请求数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breakTime: 60000        # 熔断持续时间(ms)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successRatio: 0.6       # 恢复成功率要求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特定服务配置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services: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payment-service: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slowTime: 5000        # 支付服务可接受更长延迟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breakTime: 120000     # 熔断时间更长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ai-service: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slowTime: 10000       # AI服务延迟较高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fallback: "ai-fallback-response"  # 降级响应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本地缓存：当服务不可用时，返回缓存数据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兜底数据：当核心功能不可用时，返回默认响应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功能降级：关闭非核心功能，保证核心流程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 按用户限流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├── 普通用户：100次/分钟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└── VIP用户：500次/分钟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 按IP限流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└── 1000次/分钟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生产环境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production: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namespace: mixla-prod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services: 所有生产服务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replicas: 3+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预发布环境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staging: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namespace: mixla-staging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services: 待发布服务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replicas: 1-2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测试环境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testing: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namespace: mixla-test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services: 测试服务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replicas: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开发环境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development: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namespace: mixla-dev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services: 开发中服务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replicas: 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资源配额模板: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服务资源配额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service-resources: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微服务（一般业务逻辑）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microservice: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requests: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cpu: "500m"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memory: "512Mi"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limits: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cpu: "2000m"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memory: "2Gi"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高内存服务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high-memory: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requests: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cpu: "1000m"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memory: "2Gi"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limits: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cpu: "4000m"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memory: "8Gi"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数据库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database: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requests: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cpu: "2000m"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memory: "4Gi"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limits: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cpu: "8000m"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memory: "32Gi"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HPA 自动扩缩容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hpa-config: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minReplicas: 2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maxReplicas: 10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metrics: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type: Resource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resource: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name: cpu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target: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type: Utilization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averageUtilization: 70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多环境部署架构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开发环境 (Dev)                                         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