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C3E50"/>
                </a:solidFill>
              </a:defRPr>
            </a:pPr>
            <a:r>
              <a:t>技术改进路线图</a:t>
            </a:r>
          </a:p>
          <a:p>
            <a:pPr algn="ctr">
              <a:defRPr sz="2400">
                <a:solidFill>
                  <a:srgbClr val="3498DB"/>
                </a:solidFill>
              </a:defRPr>
            </a:pPr>
            <a:r>
              <a:t>MIXMLAAL 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MIXMLAAL 技术改进路线图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【总体概览】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MIXMLAAL 技术改进路线图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第一阶段（1-2周）     第二阶段（2-4周）      第三阶段（1-2月）    第四阶段（持续）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┌───────────┐      ┌───────────┐       ┌───────────┐      ┌───────────┐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│    止血    │  →   │    加固    │   →   │    优化    │  →   │    演进    │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└───────────┘      └───────────┘       └───────────┘      └───────────┘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• API Gateway HA        • 数据库双写改造        • 性能优化        • 技术债务清理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• 熔断机制上线          • 链路追踪引入          • CI/CD完善       • 架构迭代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• Kafka配置优化         • 监控告警完善          • 测试覆盖率提升    • 能力建设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│                                                                             │</a:t>
            </a:r>
          </a:p>
          <a:p>
            <a:pPr>
              <a:spcAft>
                <a:spcPts val="800"/>
              </a:spcAft>
              <a:defRPr sz="1800">
                <a:solidFill>
                  <a:srgbClr val="34495E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2C3E50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