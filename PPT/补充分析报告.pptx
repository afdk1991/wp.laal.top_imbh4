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补充分析报告</a:t>
            </a:r>
          </a:p>
          <a:p>
            <a:pPr algn="ctr">
              <a:defRPr sz="2400">
                <a:solidFill>
                  <a:srgbClr val="3498DB"/>
                </a:solidFill>
              </a:defRPr>
            </a:pPr>
            <a:r>
              <a:t>MIXMLAAL 分析报告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MIXMLAAL 补充分析报告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【一、代码质量评估标准】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代码质量评估模型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代码质量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│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┌─────────────────┼─────────────────┐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│                 │                 │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▼                 ▼                 ▼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可读性            可维护性          可扩展性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• 命名规范        • 代码复杂度       • 模块化设计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• 注释完备        • 重复代码         • 接口抽象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• 代码格式        • 依赖管理         • 扩展性预留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sonar-project.properties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sonar.projectKey=mixla-api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sonar.projectName=MIXMLAAL API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sonar.sources=src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sonar.tests=tests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代码检查配置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sonar.langage.pattern=**/*.ts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sonar.typescript.linter.enabled=true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质量门禁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sonar.qualitygate.wait=true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sonar.qualitygate.timeout=300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检查范围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sonar.exclusions=**/*.test.ts,**/node_modules/**,**/dist/**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sonar.test.exclusions=**/*.test.ts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覆盖范围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sonar.typescript.coveragePlugin=jacoco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【二、团队协作建议】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Git Flow 分支模型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main (生产)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│▲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release/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│▲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│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┌────────┼────────┐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│                 │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▼                 ▼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feature/            develop                     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提交格式: &lt;type&gt;(&lt;scope&gt;): &lt;subject&gt;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type: feat | fix | docs | style | refactor | test | chore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scope: 影响的模块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subject: 简短描述（不超过50字）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正确示例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git commit -m "feat(order): 添加订单取消功能"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git commit -m "fix(payment): 修复退款回调重复处理问题"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git commit -m "docs(api): 更新订单接口文档"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提交检查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npx commitlint -E HUSKY_GIT_PARAMS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commitlint.config.js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module.exports =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extends: ['@commitlint/config-conventional'],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rules: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'type-enum': [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'always',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['feat', 'fix', 'docs', 'style', 'refactor', 'perf', 'test', 'build', 'ci', 'chore', 'revert']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'subject-case': [2, 'never', ['sentence-case', 'start-case', 'pascal-case', 'upper-case']],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'subject-empty': [2, 'never'],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'subject-full-stop': [2, 'never', '.'],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'header-max-length': [2, 'always', 72]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【PR 审查清单】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代码实现与需求一致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边界条件处理正确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错误处理完善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[ ] 单元测试覆盖充分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openapi: 3.0.3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title: MIXMLAAL API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version: 1.0.0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description: MIXMLAAL 本地生活服务平台 API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servers: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url: https://api.mixla.com/v1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description: 生产环境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url: https://api-staging.mixla.com/v1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description: 预发布环境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paths: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/orders: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summary: 创建订单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operationId: createOrder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security: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bearerAuth: []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requestBody: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Alertmanager 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route: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group_by: ['alertname', 'severity']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group_wait: 30s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group_interval: 5m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repeat_interval: 4h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routes: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match: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severity: critical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receiver: 'critical-alerts'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group_wait: 10s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repeat_interval: 1h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match: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severity: warning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receiver: 'warning-alerts'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match: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.gitlab-ci.yml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stages: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lint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test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build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security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deploy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variables: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DOCKER_REGISTRY: registry.mixla.com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DOCKER_IMAGE: $DOCKER_REGISTRY/mixla-api:$CI_COMMIT_SHORT_SHA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代码检查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stage: lint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image: node:18-alpine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script: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npm ci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npm run lint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npm run type-check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cache: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key: ${CI_COMMIT_REF_SLUG}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paths: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node_modules/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rules: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if: $CI_PIPELINE_SOURCE == "merge_request_event"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if: $CI_COMMIT_BRANCH == "develop"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单元测试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unit-test: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stage: test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image: node:18-alpine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script: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npm ci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npm run test:unit -- --coverage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coverage: /All files[^|]*\|[^|]*\s+([\d\.]+)/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artifacts: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reports: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junit: coverage/junit.xml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coverage_report: coverage/coverage-final.json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expire_in: 7 days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cache: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key: ${CI_COMMIT_REF_SLUG}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paths: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构建镜像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build: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stage: build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image: docker:latest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services: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docker:dind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script: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docker build -t $DOCKER_IMAGE .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docker push $DOCKER_IMAGE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develop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main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安全扫描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security-scan: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stage: security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image: aquasec/trivy:latest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script: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trivy image --exit-code 1 --severity HIGH,CRITICAL $DOCKER_IMAGE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allow_failure: false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部署到 Staging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deploy-staging: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stage: deploy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image: bitnami/kubectl:latest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script: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kubectl set image deployment/api api=$DOCKER_IMAGE -n mixla-staging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kubectl rollout status deployment/api -n mixla-staging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environment: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name: staging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develop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部署到生产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deploy-production: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stage: deploy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image: bitnami/kubectl:latest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script: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kubectl set image deployment/api api=$DOCKER_IMAGE -n mixla-prod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kubectl rollout status deployment/api -n mixla-prod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environment: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name: production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url: https://api.mixla.com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when: manual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main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!/bin/bash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rollback.sh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set -e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NAMESPACE=$1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DEPLOYMENT=$2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PREVIOUS_REVISION=${3:-1}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echo "Starting rollback..."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echo "Namespace: $NAMESPACE"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echo "Deployment: $DEPLOYMENT"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echo "Revision: $PREVIOUS_REVISION"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查看历史版本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kubectl rollout history deployment/$DEPLOYMENT -n $NAMESPACE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执行回滚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kubectl rollout undo deployment/$DEPLOYMENT \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--to-revision=$PREVIOUS_REVISION \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-n $NAMESPACE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等待回滚完成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kubectl rollout status deployment/$DEPLOYMENT -n $NAMESPACE --timeout=300s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kubectl get pods -n $NAMESPACE -l app=$DEPLOYMENT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kubectl logs -l app=$DEPLOYMENT -n $NAMESPACE --tail=20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echo "Rollback completed successfully!"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【六、持续改进机制】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【技术债登记】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【偿还策略】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每个 Sprint 预留 20% 时间处理技术债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重大技术债申请专门迭代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遵循童子军规则：离开时比到达时更干净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ISO 25010 - 软件产品质量要求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IEEE 829 - 软件测试文档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OWASP Top 10 - Web 应用安全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Google SRE 最佳实践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*文档结束*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